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1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25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111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98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9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1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0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970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31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4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4F8DB-9A45-43A7-AC2E-6069F4EC6B53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2E519-DED9-4832-ABBF-02A31B638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29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3" y="933255"/>
            <a:ext cx="11048213" cy="500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5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87" y="631596"/>
            <a:ext cx="11492347" cy="588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14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2" y="461913"/>
            <a:ext cx="11779855" cy="549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49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69" y="1009525"/>
            <a:ext cx="10935262" cy="483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45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52" y="1215911"/>
            <a:ext cx="10598695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93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96" y="958723"/>
            <a:ext cx="9893808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2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30" y="622169"/>
            <a:ext cx="10061395" cy="56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1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39" y="952372"/>
            <a:ext cx="10135121" cy="49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56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Basit</dc:creator>
  <cp:lastModifiedBy>Abdul Basit</cp:lastModifiedBy>
  <cp:revision>3</cp:revision>
  <dcterms:created xsi:type="dcterms:W3CDTF">2026-05-06T16:16:18Z</dcterms:created>
  <dcterms:modified xsi:type="dcterms:W3CDTF">2026-05-09T12:57:46Z</dcterms:modified>
</cp:coreProperties>
</file>